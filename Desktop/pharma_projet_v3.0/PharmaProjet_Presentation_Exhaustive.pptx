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PharmaProjet v3.0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Catalogue Complet des Fonctionnalités</a:t>
            </a:r>
          </a:p>
          <a:p>
            <a:r>
              <a:t>L'Excellence Pharmaceutique par TrillionX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Vente &amp; Expérience Client (POS)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Vente ultra-rapide (&lt;10ms) via IndexedDB.</a:t>
            </a:r>
          </a:p>
          <a:p>
            <a:pPr>
              <a:defRPr sz="1800"/>
            </a:pPr>
            <a:r>
              <a:t>Recherche intelligente (DCI, Marque, Classe Thérapeutique).</a:t>
            </a:r>
          </a:p>
          <a:p>
            <a:pPr>
              <a:defRPr sz="1800"/>
            </a:pPr>
            <a:r>
              <a:t>Gestion du panier, remises et taxes automatiques.</a:t>
            </a:r>
          </a:p>
          <a:p>
            <a:pPr>
              <a:defRPr sz="1800"/>
            </a:pPr>
            <a:r>
              <a:t>Multi-paiements : Espèces, Mobile Money (Orange/MTN) et Crédit.</a:t>
            </a:r>
          </a:p>
          <a:p>
            <a:pPr>
              <a:defRPr sz="1800"/>
            </a:pPr>
            <a:r>
              <a:t>Support complet des ordonnances avec liaison patient.</a:t>
            </a:r>
          </a:p>
          <a:p>
            <a:pPr>
              <a:defRPr sz="1800"/>
            </a:pPr>
            <a:r>
              <a:t>Impression de tickets thermiques et factures A4 professionnelles.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Gestion des Stocks &amp; Logistique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Suivi par lots et dates de péremption (FEFO).</a:t>
            </a:r>
          </a:p>
          <a:p>
            <a:pPr>
              <a:defRPr sz="1800"/>
            </a:pPr>
            <a:r>
              <a:t>Inventaire en temps réel avec alertes de stock bas/rupture.</a:t>
            </a:r>
          </a:p>
          <a:p>
            <a:pPr>
              <a:defRPr sz="1800"/>
            </a:pPr>
            <a:r>
              <a:t>Module de réapprovisionnement intelligent basé sur les ventes.</a:t>
            </a:r>
          </a:p>
          <a:p>
            <a:pPr>
              <a:defRPr sz="1800"/>
            </a:pPr>
            <a:r>
              <a:t>Gestion des fournisseurs et historique des achats.</a:t>
            </a:r>
          </a:p>
          <a:p>
            <a:pPr>
              <a:defRPr sz="1800"/>
            </a:pPr>
            <a:r>
              <a:t>Destruction réglementaire et suivi des pertes.</a:t>
            </a:r>
          </a:p>
          <a:p>
            <a:pPr>
              <a:defRPr sz="1800"/>
            </a:pPr>
            <a:r>
              <a:t>Import/Export de masse via Excel/CSV.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Santé, Patients &amp; Pharmacovigilance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Dossier patient 360° (Historique, Allergies, Crédits).</a:t>
            </a:r>
          </a:p>
          <a:p>
            <a:pPr>
              <a:defRPr sz="1800"/>
            </a:pPr>
            <a:r>
              <a:t>Gestion numérisée des ordonnances et archivage légal.</a:t>
            </a:r>
          </a:p>
          <a:p>
            <a:pPr>
              <a:defRPr sz="1800"/>
            </a:pPr>
            <a:r>
              <a:t>Signalement d'effets indésirables (ANSS) intégré.</a:t>
            </a:r>
          </a:p>
          <a:p>
            <a:pPr>
              <a:defRPr sz="1800"/>
            </a:pPr>
            <a:r>
              <a:t>Suivi de l'observance et rappels de traitement.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Pilotage, Finance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Tableau de bord interactif avec CA et Marges en temps réel.</a:t>
            </a:r>
          </a:p>
          <a:p>
            <a:pPr>
              <a:defRPr sz="1800"/>
            </a:pPr>
            <a:r>
              <a:t>Analyse des meilleures ventes et produits dormants.</a:t>
            </a:r>
          </a:p>
          <a:p>
            <a:pPr>
              <a:defRPr sz="1800"/>
            </a:pPr>
            <a:r>
              <a:t>Clôture de caisse sécurisée avec contrôle des écarts.</a:t>
            </a:r>
          </a:p>
          <a:p>
            <a:pPr>
              <a:defRPr sz="1800"/>
            </a:pPr>
            <a:r>
              <a:t>Rapports financiers détaillés (Ventes, Achats, Bénéfices).</a:t>
            </a:r>
          </a:p>
          <a:p>
            <a:pPr>
              <a:defRPr sz="1800"/>
            </a:pPr>
            <a:r>
              <a:t>Métriques de performance (KPI) pour le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Administration, Sécurité &amp;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Gestion fine des accès (Admin, Pharmacien, Caissier).</a:t>
            </a:r>
          </a:p>
          <a:p>
            <a:pPr>
              <a:defRPr sz="1800"/>
            </a:pPr>
            <a:r>
              <a:t>Synchronisation Cloud continue via Supabase.</a:t>
            </a:r>
          </a:p>
          <a:p>
            <a:pPr>
              <a:defRPr sz="1800"/>
            </a:pPr>
            <a:r>
              <a:t>Journal d'audit complet (Traçabilité DNPM) immuable.</a:t>
            </a:r>
          </a:p>
          <a:p>
            <a:pPr>
              <a:defRPr sz="1800"/>
            </a:pPr>
            <a:r>
              <a:t>Mode Sombre 'Elite' et thèmes personnalisables.</a:t>
            </a:r>
          </a:p>
          <a:p>
            <a:pPr>
              <a:defRPr sz="1800"/>
            </a:pPr>
            <a:r>
              <a:t>Sauvegardes automatiques et restauration en un clic.</a:t>
            </a:r>
          </a:p>
          <a:p>
            <a:pPr>
              <a:defRPr sz="1800"/>
            </a:pPr>
            <a:r>
              <a:t>Installation PWA pour usage sur tous supports (PC, Tablette).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Plans de Souscription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Investissement (GNF/mois)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Offre Indépendant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350 000 GNF/mois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Pharmacy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500 000 GNF/mois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